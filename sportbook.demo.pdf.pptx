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3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621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dirty="0">
                <a:solidFill>
                  <a:srgbClr val="000000"/>
                </a:solidFill>
              </a:rPr>
              <a:t>🀄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SportBook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6F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Booking for Mahjong Clubs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club sets the slots. Members book their seat. Tables confirm themselves.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2743200" cy="502920"/>
          </a:xfrm>
          <a:prstGeom prst="roundRect">
            <a:avLst>
              <a:gd name="adj" fmla="val 49091"/>
            </a:avLst>
          </a:prstGeom>
          <a:solidFill>
            <a:srgbClr val="D4AF5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sportbook.in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37960" y="1600200"/>
            <a:ext cx="868680" cy="1051560"/>
          </a:xfrm>
          <a:prstGeom prst="roundRect">
            <a:avLst>
              <a:gd name="adj" fmla="val 12632"/>
            </a:avLst>
          </a:prstGeom>
          <a:solidFill>
            <a:srgbClr val="1E2750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537960" y="160020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6F2E8"/>
                </a:solidFill>
              </a:rPr>
              <a:t>🀇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7589520" y="1600200"/>
            <a:ext cx="868680" cy="1051560"/>
          </a:xfrm>
          <a:prstGeom prst="roundRect">
            <a:avLst>
              <a:gd name="adj" fmla="val 12632"/>
            </a:avLst>
          </a:prstGeom>
          <a:solidFill>
            <a:srgbClr val="1E2750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589520" y="160020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6F2E8"/>
                </a:solidFill>
              </a:rPr>
              <a:t>🀙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537960" y="2834640"/>
            <a:ext cx="868680" cy="1051560"/>
          </a:xfrm>
          <a:prstGeom prst="roundRect">
            <a:avLst>
              <a:gd name="adj" fmla="val 12632"/>
            </a:avLst>
          </a:prstGeom>
          <a:solidFill>
            <a:srgbClr val="1E2750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37960" y="28346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6F2E8"/>
                </a:solidFill>
              </a:rPr>
              <a:t>🀐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589520" y="2834640"/>
            <a:ext cx="868680" cy="1051560"/>
          </a:xfrm>
          <a:prstGeom prst="roundRect">
            <a:avLst>
              <a:gd name="adj" fmla="val 12632"/>
            </a:avLst>
          </a:prstGeom>
          <a:solidFill>
            <a:srgbClr val="1E2750"/>
          </a:solidFill>
          <a:ln w="12700">
            <a:solidFill>
              <a:srgbClr val="D4AF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589520" y="283464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6F2E8"/>
                </a:solidFill>
              </a:rPr>
              <a:t>🀄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ots/10004456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443" y="402336"/>
            <a:ext cx="2269357" cy="4343400"/>
          </a:xfrm>
          <a:prstGeom prst="rect">
            <a:avLst/>
          </a:prstGeom>
          <a:effectLst>
            <a:outerShdw blurRad="152400" dist="38100" dir="2700000" algn="bl" rotWithShape="0">
              <a:srgbClr val="9A9280">
                <a:alpha val="5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94360" y="960120"/>
            <a:ext cx="5411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325880"/>
            <a:ext cx="54116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Link for Your Club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2468880"/>
            <a:ext cx="541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for your club — players and owners, no app to download.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sportbook.in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ots/10004455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236" y="402336"/>
            <a:ext cx="2578564" cy="4343400"/>
          </a:xfrm>
          <a:prstGeom prst="rect">
            <a:avLst/>
          </a:prstGeom>
          <a:effectLst>
            <a:outerShdw blurRad="152400" dist="38100" dir="2700000" algn="bl" rotWithShape="0">
              <a:srgbClr val="9A9280">
                <a:alpha val="5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94360" y="960120"/>
            <a:ext cx="51023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CLUB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325880"/>
            <a:ext cx="51023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Set the Slots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2468880"/>
            <a:ext cx="51023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set the playing slots — daily or specific days, in seconds.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sportbook.in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ots/10004455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7443" y="402336"/>
            <a:ext cx="2269357" cy="4343400"/>
          </a:xfrm>
          <a:prstGeom prst="rect">
            <a:avLst/>
          </a:prstGeom>
          <a:effectLst>
            <a:outerShdw blurRad="152400" dist="38100" dir="2700000" algn="bl" rotWithShape="0">
              <a:srgbClr val="9A9280">
                <a:alpha val="5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94360" y="960120"/>
            <a:ext cx="541160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LIVE VIEW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325880"/>
            <a:ext cx="541160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Table at a Glance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2468880"/>
            <a:ext cx="541160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table's status at a glance, category-wise — who's full, who's still open.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sportbook.in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ots/100044559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1960" y="402336"/>
            <a:ext cx="3744840" cy="4343400"/>
          </a:xfrm>
          <a:prstGeom prst="rect">
            <a:avLst/>
          </a:prstGeom>
          <a:effectLst>
            <a:outerShdw blurRad="152400" dist="38100" dir="2700000" algn="bl" rotWithShape="0">
              <a:srgbClr val="9A9280">
                <a:alpha val="5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94360" y="960120"/>
            <a:ext cx="393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AUTO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325880"/>
            <a:ext cx="393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Tables Confirm Themselves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2468880"/>
            <a:ext cx="393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players of same category book the same slot → table auto-confirmed.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sportbook.in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hots/10004455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853" y="402336"/>
            <a:ext cx="3240947" cy="4343400"/>
          </a:xfrm>
          <a:prstGeom prst="rect">
            <a:avLst/>
          </a:prstGeom>
          <a:effectLst>
            <a:outerShdw blurRad="152400" dist="38100" dir="2700000" algn="bl" rotWithShape="0">
              <a:srgbClr val="9A9280">
                <a:alpha val="50000"/>
              </a:srgbClr>
            </a:outerShdw>
          </a:effectLst>
        </p:spPr>
      </p:pic>
      <p:sp>
        <p:nvSpPr>
          <p:cNvPr id="3" name="Text 0"/>
          <p:cNvSpPr/>
          <p:nvPr/>
        </p:nvSpPr>
        <p:spPr>
          <a:xfrm>
            <a:off x="594360" y="960120"/>
            <a:ext cx="44400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ENGAGE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94360" y="1325880"/>
            <a:ext cx="4440013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Points &amp; Leaderboard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2468880"/>
            <a:ext cx="4440013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3B43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rank points and club leaderboard — keeps members coming back.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94360" y="397764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141B3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9436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3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sportbook.in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166</Words>
  <Application>Microsoft Office PowerPoint</Application>
  <PresentationFormat>On-screen Show (16:9)</PresentationFormat>
  <Paragraphs>40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vijay vora</cp:lastModifiedBy>
  <cp:revision>1</cp:revision>
  <dcterms:created xsi:type="dcterms:W3CDTF">2026-07-14T09:38:49Z</dcterms:created>
  <dcterms:modified xsi:type="dcterms:W3CDTF">2026-07-14T09:44:47Z</dcterms:modified>
</cp:coreProperties>
</file>